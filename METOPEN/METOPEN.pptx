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AF81-0FC7-EA35-9E67-3BEF78D8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BF99A-0C67-1D5D-3775-2690E7C8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51B92-D571-4685-A775-BDB20FFD27F8}" type="datetimeFigureOut">
              <a:rPr lang="en-ID" smtClean="0"/>
              <a:t>25/01/2026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F85ED-1137-62CC-26AC-05EC8725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093E5-4D66-8585-8029-7AEEAB68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F67-F7D4-4236-B338-A8EE1D8DF7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661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AB76D-3578-409E-EAA1-C9F2B431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B608D-B170-37D0-62FA-D3CDBCDCD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41137-7C84-4C12-3E54-9571925E2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51B92-D571-4685-A775-BDB20FFD27F8}" type="datetimeFigureOut">
              <a:rPr lang="en-ID" smtClean="0"/>
              <a:t>25/01/2026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F6B4E-4537-4E99-68CD-427D5B440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5F4F7-FBC9-6BB6-CABE-5925D7CC1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23F67-F7D4-4236-B338-A8EE1D8DF7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505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89BF81-6259-5B2C-6D58-D1FFA38F6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5B0C49-664F-DBF1-96C9-5D89AF142D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6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345E95B-7EA9-19FD-6D15-30E475A3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29002B-321B-68E5-88E1-B7AEF56C51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1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8D0463D-5B2D-400B-FCC0-5752A305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8A65B1-DCDE-64C0-8970-AB9C7BFC78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ED35A5B-8FDC-F6D1-6766-D15A54A5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6E1F0-BF24-1611-76D8-DA34A8053F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5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Davina Tara</dc:creator>
  <cp:lastModifiedBy>Davina Tara</cp:lastModifiedBy>
  <cp:revision>1</cp:revision>
  <dcterms:created xsi:type="dcterms:W3CDTF">2026-01-25T15:09:13Z</dcterms:created>
  <dcterms:modified xsi:type="dcterms:W3CDTF">2026-01-25T15:09:13Z</dcterms:modified>
</cp:coreProperties>
</file>